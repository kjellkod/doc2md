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doc2md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Q1 2026 | Platform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Conversions processed: 2.4M (up 38% QoQ)</a:t>
            </a:r>
          </a:p>
          <a:p>
            <a:r>
              <a:t>Average conversion time: 340ms (down from 520ms)</a:t>
            </a:r>
          </a:p>
          <a:p>
            <a:r>
              <a:t>Supported formats: 10 (added PPTX and HTML)</a:t>
            </a:r>
          </a:p>
          <a:p>
            <a:r>
              <a:t>API uptime: 99.94%</a:t>
            </a:r>
          </a:p>
          <a:p>
            <a:r>
              <a:t>Active API clients: 847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Migrated PDF extraction from pdfjs-dist to a hybrid pipeline</a:t>
            </a:r>
          </a:p>
          <a:p>
            <a:r>
              <a:t>Added streaming conversion for files over 10MB</a:t>
            </a:r>
          </a:p>
          <a:p>
            <a:r>
              <a:t>Introduced worker pool with auto-scaling (2-16 workers)</a:t>
            </a:r>
          </a:p>
          <a:p>
            <a:r>
              <a:t>Replaced synchronous XLSX parsing with async chunked reader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Conversion failure rate dropped from 3.2% to 0.8%</a:t>
            </a:r>
          </a:p>
          <a:p>
            <a:r>
              <a:t>P95 latency reduced from 2.1s to 890ms</a:t>
            </a:r>
          </a:p>
          <a:p>
            <a:r>
              <a:t>Zero downtime deployments via blue-green strategy</a:t>
            </a:r>
          </a:p>
          <a:p>
            <a:r>
              <a:t>Circuit breaker added for third-party library crashes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@doc2md/core npm package for programmatic use</a:t>
            </a:r>
          </a:p>
          <a:p>
            <a:r>
              <a:t>Add OCR support for scanned PDFs (Tesseract integration)</a:t>
            </a:r>
          </a:p>
          <a:p>
            <a:r>
              <a:t>Implement conversion quality scoring (confidence metrics)</a:t>
            </a:r>
          </a:p>
          <a:p>
            <a:r>
              <a:t>Target: 5M conversions/month capacity</a:t>
            </a:r>
          </a:p>
          <a:p>
            <a:r>
              <a:t>Budget request: $12,400/month for GPU-accelerated OCR workers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OCR accuracy on handwritten documents is uncertain (target: 85% word accuracy)</a:t>
            </a:r>
          </a:p>
          <a:p>
            <a:r>
              <a:t>GPU worker cost may exceed budget if adoption spikes</a:t>
            </a:r>
          </a:p>
          <a:p>
            <a:r>
              <a:t>pdfjs-dist deprecation timeline unclear, hybrid migration must complete by Q3</a:t>
            </a:r>
          </a:p>
          <a:p>
            <a:r>
              <a:t>Team capacity risk: Charlie at 60% due to cross-team loan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