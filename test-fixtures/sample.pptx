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Presentation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" y="2240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4-slide deck with titles and bullet points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Included in this file:</a:t>
            </a:r>
            <a:pPr indent="0" marL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agenda, update summary, and next steps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1554480"/>
            <a:ext cx="9875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the purpose of the sample deck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 short project-style update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with simple next steps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Update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1554480"/>
            <a:ext cx="9875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materials have been drafted and organized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milestones are defined for the next review cycle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questions remain around timing and final ownership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1554480"/>
            <a:ext cx="9875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scope of the sample materials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files with reviewers for quick validation</a:t>
            </a:r>
            <a:endParaRPr lang="en-US" sz="2200" dirty="0"/>
          </a:p>
          <a:p>
            <a:pPr marL="203200" indent="-203200">
              <a:buSzPct val="100000"/>
              <a:buChar char="•"/>
            </a:pPr>
            <a:r>
              <a:rPr lang="en-US" sz="2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artifacts for testing, demos, or template setup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dc:subject>Sample presentation</dc:subject>
  <dc:creator>OpenAI</dc:creator>
  <cp:lastModifiedBy>OpenAI</cp:lastModifiedBy>
  <cp:revision>1</cp:revision>
  <dcterms:created xsi:type="dcterms:W3CDTF">2026-03-28T17:00:37Z</dcterms:created>
  <dcterms:modified xsi:type="dcterms:W3CDTF">2026-03-28T17:00:37Z</dcterms:modified>
</cp:coreProperties>
</file>